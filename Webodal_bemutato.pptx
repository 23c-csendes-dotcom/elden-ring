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38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9FD556-F0B9-4153-BBE1-A1E46A48B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8ADB25A-2912-4935-BA8E-491F7369D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6BDAA87-B8EA-48F1-A595-B06C3D24E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D827-5EBE-4D43-A833-D26D474464C8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2919EE5-A796-4AE5-B36B-C4029A04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01B5AF2-67F9-480F-8BFC-D4E0D271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7CAC-CDA2-463C-BDA5-C20C443426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40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BD6FE9-653F-4EA4-9F4E-3665F6EB0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983201E-EA61-424D-984C-4F43B8731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D20E3F9-D3DA-4EEC-A3F7-85484CEB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D827-5EBE-4D43-A833-D26D474464C8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25EF67C-16D3-41F7-B7B8-C3596C04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7965587-3532-4463-8464-ABFF4A21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7CAC-CDA2-463C-BDA5-C20C443426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938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920ED7-75EB-4FF2-8813-8781B1C65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AC29E51-F4DF-48CB-AFED-7EE05DBA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73ACC73-59B3-42C6-9E67-BB3DB5BC2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D827-5EBE-4D43-A833-D26D474464C8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5E25855-60C4-4A0A-8964-9377A98A1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FA53A6E-3B19-4463-9AFC-65EDE535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7CAC-CDA2-463C-BDA5-C20C443426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684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7192A9-FE77-4C57-8557-DE81FD1D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61F1666-9E78-4E81-9698-6C61175C8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C002334-A93A-4F0D-9380-E79B062AD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E547BC0-9ADB-4FDF-98FC-40AED77A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D827-5EBE-4D43-A833-D26D474464C8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E769E51-55D9-43C9-8719-F1B166BD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3E9DE63-4482-461B-B684-8182D1BAC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7CAC-CDA2-463C-BDA5-C20C443426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0534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AE62B6-33D8-491C-8877-1398B57D0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8825527-A8D2-4CE9-8952-C32B2612C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2C93C78-D0DE-4A65-A2AB-796A3C911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41B3DA5-D18E-43EB-9EA6-F78DFA97E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DCCF19F-F943-43D6-9B62-442B862ED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47BB5BE-2A2B-45C9-B108-6990D142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D827-5EBE-4D43-A833-D26D474464C8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02532FD-682B-44A7-9855-642C0ED8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008815D-2D66-4797-A61B-72592D9F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7CAC-CDA2-463C-BDA5-C20C443426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084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AFBAAE-A774-4990-AA95-7E167DD0C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99C89BD-FD31-4BE1-AA2A-2BBB8ADC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D827-5EBE-4D43-A833-D26D474464C8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136900B-A6E6-4EC7-BDC4-1F76A807F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2EAF19A-81D8-478D-A592-DD72D158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7CAC-CDA2-463C-BDA5-C20C443426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0911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442738F-F421-4B5E-B564-785CA0F2A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D827-5EBE-4D43-A833-D26D474464C8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2B0EE6D7-466E-4185-8232-8E5CAE81C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C3C9FFC-78CC-4D8C-8797-7151D477F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7CAC-CDA2-463C-BDA5-C20C443426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044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A0BE3A-9A6D-4AA3-B252-760DC5777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A8D7A4D-517A-4159-9E9D-7411038D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373CF46-E8B5-4DBD-925A-93A858D53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125E5D1-D4FB-4B99-A724-5AA5B9EB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D827-5EBE-4D43-A833-D26D474464C8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31581BB-11D7-4E25-A8F5-A94BA0B68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F2E1DE7-02FF-4368-8833-9DD97C4D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7CAC-CDA2-463C-BDA5-C20C443426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5843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7D117B-00C8-4EB9-A7F1-FD5C8C49D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C35EBC08-DFB1-427D-B537-7985486D1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DFBCB8C-1838-4D65-BB68-9BEBEA830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4626885-CEBA-47FE-A3F3-368260E3F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D827-5EBE-4D43-A833-D26D474464C8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11794BD-C680-443A-B468-0272A1B3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6D9FAAC-C641-418E-99BC-E6304B45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7CAC-CDA2-463C-BDA5-C20C443426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80531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49F013-C535-4F6C-978E-F9A3C41EE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7D9A6AC-C92F-43BB-9A12-0868236DC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D7CB653-3DA5-4C85-96ED-53899B6CA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D827-5EBE-4D43-A833-D26D474464C8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8C98B7C-6FC9-4A2B-BA16-F0CD03295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570880A-ECC6-454B-AE8E-E1CF562BE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7CAC-CDA2-463C-BDA5-C20C443426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3375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4F1D6DE-AEB7-4FFF-AB6C-C150F0393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85799E4-7856-4A5E-954C-418FD73B9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F52B165-80E2-465D-A233-20D911B05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ED827-5EBE-4D43-A833-D26D474464C8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7375354-C6E5-4D71-9448-BF0C34155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6976872-AAE0-4611-927D-C360BC1F4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77CAC-CDA2-463C-BDA5-C20C443426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752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209877D6-E2A6-49DE-96E5-9DF10F212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2BD2E42-5814-4568-AFF5-893470629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65010D4-5820-49E3-A41E-BBCC849DB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ED827-5EBE-4D43-A833-D26D474464C8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B1387B7-1B9D-4D91-92CE-E1A8DF1AE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DD09E3A-A24A-4E12-8762-C660AC687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77CAC-CDA2-463C-BDA5-C20C443426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710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38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55C6D62D-42F9-4773-9E31-377BB526C39E}"/>
              </a:ext>
            </a:extLst>
          </p:cNvPr>
          <p:cNvSpPr txBox="1"/>
          <p:nvPr/>
        </p:nvSpPr>
        <p:spPr>
          <a:xfrm>
            <a:off x="3729512" y="1674674"/>
            <a:ext cx="47329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ELDEN RING WEBOLDAL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2DADC41-0983-48FB-9455-1403499A672D}"/>
              </a:ext>
            </a:extLst>
          </p:cNvPr>
          <p:cNvSpPr txBox="1"/>
          <p:nvPr/>
        </p:nvSpPr>
        <p:spPr>
          <a:xfrm>
            <a:off x="3667599" y="3768864"/>
            <a:ext cx="485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Készítette: Kertész Gergő, Csendes Kristóf</a:t>
            </a:r>
          </a:p>
        </p:txBody>
      </p:sp>
    </p:spTree>
    <p:extLst>
      <p:ext uri="{BB962C8B-B14F-4D97-AF65-F5344CB8AC3E}">
        <p14:creationId xmlns:p14="http://schemas.microsoft.com/office/powerpoint/2010/main" val="362940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Kép 19">
            <a:extLst>
              <a:ext uri="{FF2B5EF4-FFF2-40B4-BE49-F238E27FC236}">
                <a16:creationId xmlns:a16="http://schemas.microsoft.com/office/drawing/2014/main" id="{41982DC5-A60B-4948-A799-0F59CFB69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A6A65AD3-848F-4E39-851F-679B15078D76}"/>
              </a:ext>
            </a:extLst>
          </p:cNvPr>
          <p:cNvSpPr txBox="1"/>
          <p:nvPr/>
        </p:nvSpPr>
        <p:spPr>
          <a:xfrm>
            <a:off x="1501140" y="1563490"/>
            <a:ext cx="23126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Lépkedés a </a:t>
            </a:r>
            <a:r>
              <a:rPr lang="hu-HU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bossok</a:t>
            </a:r>
            <a:r>
              <a:rPr lang="hu-H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között</a:t>
            </a:r>
          </a:p>
        </p:txBody>
      </p:sp>
      <p:sp>
        <p:nvSpPr>
          <p:cNvPr id="14" name="Nyíl: kanyarodó 13">
            <a:extLst>
              <a:ext uri="{FF2B5EF4-FFF2-40B4-BE49-F238E27FC236}">
                <a16:creationId xmlns:a16="http://schemas.microsoft.com/office/drawing/2014/main" id="{A6000B93-2045-4A5E-91A7-7DC689B13863}"/>
              </a:ext>
            </a:extLst>
          </p:cNvPr>
          <p:cNvSpPr/>
          <p:nvPr/>
        </p:nvSpPr>
        <p:spPr>
          <a:xfrm flipV="1">
            <a:off x="2943225" y="2328863"/>
            <a:ext cx="485775" cy="519112"/>
          </a:xfrm>
          <a:prstGeom prst="ben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D1391FB0-A0A9-4E8F-A9E1-BF5C2174AA3A}"/>
              </a:ext>
            </a:extLst>
          </p:cNvPr>
          <p:cNvSpPr txBox="1"/>
          <p:nvPr/>
        </p:nvSpPr>
        <p:spPr>
          <a:xfrm>
            <a:off x="9288778" y="4367650"/>
            <a:ext cx="23126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Segítség a legyőzéséhez</a:t>
            </a:r>
          </a:p>
        </p:txBody>
      </p:sp>
      <p:sp>
        <p:nvSpPr>
          <p:cNvPr id="18" name="Nyíl: kanyarodó 17">
            <a:extLst>
              <a:ext uri="{FF2B5EF4-FFF2-40B4-BE49-F238E27FC236}">
                <a16:creationId xmlns:a16="http://schemas.microsoft.com/office/drawing/2014/main" id="{F55EB8CB-4F81-4783-A077-5A167AAD0F79}"/>
              </a:ext>
            </a:extLst>
          </p:cNvPr>
          <p:cNvSpPr/>
          <p:nvPr/>
        </p:nvSpPr>
        <p:spPr>
          <a:xfrm rot="10800000">
            <a:off x="9959337" y="5075536"/>
            <a:ext cx="485775" cy="519112"/>
          </a:xfrm>
          <a:prstGeom prst="ben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97F89147-5896-4DE4-ADBC-DC9C671E3BB8}"/>
              </a:ext>
            </a:extLst>
          </p:cNvPr>
          <p:cNvSpPr txBox="1"/>
          <p:nvPr/>
        </p:nvSpPr>
        <p:spPr>
          <a:xfrm>
            <a:off x="1753219" y="668285"/>
            <a:ext cx="2312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Sidebar</a:t>
            </a:r>
            <a:endParaRPr lang="hu-HU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Nyíl: jobbra mutató 21">
            <a:extLst>
              <a:ext uri="{FF2B5EF4-FFF2-40B4-BE49-F238E27FC236}">
                <a16:creationId xmlns:a16="http://schemas.microsoft.com/office/drawing/2014/main" id="{CA34C966-0CBD-40E3-B843-A200766106DA}"/>
              </a:ext>
            </a:extLst>
          </p:cNvPr>
          <p:cNvSpPr/>
          <p:nvPr/>
        </p:nvSpPr>
        <p:spPr>
          <a:xfrm rot="10800000">
            <a:off x="1825408" y="726690"/>
            <a:ext cx="400108" cy="28329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468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20866267-5824-412C-AE20-9B4790942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D84D248A-6222-41DB-B7C2-F9638B092027}"/>
              </a:ext>
            </a:extLst>
          </p:cNvPr>
          <p:cNvSpPr txBox="1"/>
          <p:nvPr/>
        </p:nvSpPr>
        <p:spPr>
          <a:xfrm>
            <a:off x="1287054" y="1095177"/>
            <a:ext cx="2312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Elérhetőségek</a:t>
            </a:r>
          </a:p>
        </p:txBody>
      </p:sp>
      <p:sp>
        <p:nvSpPr>
          <p:cNvPr id="7" name="Nyíl: kanyarodó 6">
            <a:extLst>
              <a:ext uri="{FF2B5EF4-FFF2-40B4-BE49-F238E27FC236}">
                <a16:creationId xmlns:a16="http://schemas.microsoft.com/office/drawing/2014/main" id="{CEE2F464-3F9A-4185-A79B-C53F36BAFFF3}"/>
              </a:ext>
            </a:extLst>
          </p:cNvPr>
          <p:cNvSpPr/>
          <p:nvPr/>
        </p:nvSpPr>
        <p:spPr>
          <a:xfrm flipV="1">
            <a:off x="2729139" y="1495287"/>
            <a:ext cx="485775" cy="519112"/>
          </a:xfrm>
          <a:prstGeom prst="ben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F931C30-906E-4C00-87A2-109F0450967D}"/>
              </a:ext>
            </a:extLst>
          </p:cNvPr>
          <p:cNvSpPr txBox="1"/>
          <p:nvPr/>
        </p:nvSpPr>
        <p:spPr>
          <a:xfrm>
            <a:off x="10379242" y="3601640"/>
            <a:ext cx="1812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Értékelések</a:t>
            </a:r>
          </a:p>
        </p:txBody>
      </p:sp>
      <p:sp>
        <p:nvSpPr>
          <p:cNvPr id="9" name="Nyíl: kanyarodó 8">
            <a:extLst>
              <a:ext uri="{FF2B5EF4-FFF2-40B4-BE49-F238E27FC236}">
                <a16:creationId xmlns:a16="http://schemas.microsoft.com/office/drawing/2014/main" id="{C01A9C45-E7C4-4FB4-8FDE-22D73128ED8E}"/>
              </a:ext>
            </a:extLst>
          </p:cNvPr>
          <p:cNvSpPr/>
          <p:nvPr/>
        </p:nvSpPr>
        <p:spPr>
          <a:xfrm rot="10800000">
            <a:off x="10799846" y="4001750"/>
            <a:ext cx="485775" cy="519112"/>
          </a:xfrm>
          <a:prstGeom prst="ben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984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BEDB9E13-C8C8-4F41-8610-38ADC6783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4E8DCADE-DBE9-4AE2-B3BF-60332FC23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B5198D1E-2EB4-4356-A327-984FB06F09D3}"/>
              </a:ext>
            </a:extLst>
          </p:cNvPr>
          <p:cNvSpPr txBox="1"/>
          <p:nvPr/>
        </p:nvSpPr>
        <p:spPr>
          <a:xfrm>
            <a:off x="236294" y="3333219"/>
            <a:ext cx="2312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endParaRPr lang="hu-HU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Nyíl: jobbra mutató 9">
            <a:extLst>
              <a:ext uri="{FF2B5EF4-FFF2-40B4-BE49-F238E27FC236}">
                <a16:creationId xmlns:a16="http://schemas.microsoft.com/office/drawing/2014/main" id="{A38CB55E-7208-41B5-AA1C-8A0D04506E7A}"/>
              </a:ext>
            </a:extLst>
          </p:cNvPr>
          <p:cNvSpPr/>
          <p:nvPr/>
        </p:nvSpPr>
        <p:spPr>
          <a:xfrm rot="5400000">
            <a:off x="1192575" y="3855904"/>
            <a:ext cx="400108" cy="28329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D49FA775-30C1-455B-8CF7-709D1EDF4FA4}"/>
              </a:ext>
            </a:extLst>
          </p:cNvPr>
          <p:cNvSpPr txBox="1"/>
          <p:nvPr/>
        </p:nvSpPr>
        <p:spPr>
          <a:xfrm>
            <a:off x="10115625" y="3086998"/>
            <a:ext cx="2312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Gyorslinkek és kapcsolat</a:t>
            </a:r>
          </a:p>
        </p:txBody>
      </p:sp>
      <p:sp>
        <p:nvSpPr>
          <p:cNvPr id="12" name="Nyíl: jobbra mutató 11">
            <a:extLst>
              <a:ext uri="{FF2B5EF4-FFF2-40B4-BE49-F238E27FC236}">
                <a16:creationId xmlns:a16="http://schemas.microsoft.com/office/drawing/2014/main" id="{7DB35F60-07E7-4FEF-9CA4-ED490FF6662C}"/>
              </a:ext>
            </a:extLst>
          </p:cNvPr>
          <p:cNvSpPr/>
          <p:nvPr/>
        </p:nvSpPr>
        <p:spPr>
          <a:xfrm rot="5400000">
            <a:off x="11071906" y="3951685"/>
            <a:ext cx="400108" cy="28329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7717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4F8F021E-6D4A-446F-9D37-262B408B4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9F646D88-B95C-4E81-9E3C-51D62D7B0512}"/>
              </a:ext>
            </a:extLst>
          </p:cNvPr>
          <p:cNvSpPr txBox="1"/>
          <p:nvPr/>
        </p:nvSpPr>
        <p:spPr>
          <a:xfrm>
            <a:off x="9088753" y="2805550"/>
            <a:ext cx="23126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Boss</a:t>
            </a:r>
            <a:r>
              <a:rPr lang="hu-H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legyőzés naplózása</a:t>
            </a:r>
          </a:p>
        </p:txBody>
      </p:sp>
      <p:sp>
        <p:nvSpPr>
          <p:cNvPr id="7" name="Nyíl: kanyarodó 6">
            <a:extLst>
              <a:ext uri="{FF2B5EF4-FFF2-40B4-BE49-F238E27FC236}">
                <a16:creationId xmlns:a16="http://schemas.microsoft.com/office/drawing/2014/main" id="{59DE0EC0-F049-45D9-B99E-014848CCC1D1}"/>
              </a:ext>
            </a:extLst>
          </p:cNvPr>
          <p:cNvSpPr/>
          <p:nvPr/>
        </p:nvSpPr>
        <p:spPr>
          <a:xfrm rot="10800000">
            <a:off x="9759312" y="3637261"/>
            <a:ext cx="485775" cy="519112"/>
          </a:xfrm>
          <a:prstGeom prst="ben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588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A80A8AB9-26CD-416F-8AF2-3345B4EF0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726BC0C2-BA51-48FE-B315-967DFB386CA8}"/>
              </a:ext>
            </a:extLst>
          </p:cNvPr>
          <p:cNvSpPr txBox="1"/>
          <p:nvPr/>
        </p:nvSpPr>
        <p:spPr>
          <a:xfrm>
            <a:off x="9136879" y="2866797"/>
            <a:ext cx="2036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Logolt</a:t>
            </a:r>
            <a:r>
              <a:rPr lang="hu-H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győzelem</a:t>
            </a:r>
          </a:p>
        </p:txBody>
      </p:sp>
      <p:sp>
        <p:nvSpPr>
          <p:cNvPr id="7" name="Nyíl: kanyarodó 6">
            <a:extLst>
              <a:ext uri="{FF2B5EF4-FFF2-40B4-BE49-F238E27FC236}">
                <a16:creationId xmlns:a16="http://schemas.microsoft.com/office/drawing/2014/main" id="{4DEC3AE9-4C58-47E9-8665-B693678B7CBC}"/>
              </a:ext>
            </a:extLst>
          </p:cNvPr>
          <p:cNvSpPr/>
          <p:nvPr/>
        </p:nvSpPr>
        <p:spPr>
          <a:xfrm rot="10800000">
            <a:off x="9759312" y="3637261"/>
            <a:ext cx="485775" cy="519112"/>
          </a:xfrm>
          <a:prstGeom prst="ben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Szélesvásznú</PresentationFormat>
  <Paragraphs>11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Csendes Kristóf</dc:creator>
  <cp:lastModifiedBy>Csendes Kristóf</cp:lastModifiedBy>
  <cp:revision>3</cp:revision>
  <dcterms:created xsi:type="dcterms:W3CDTF">2026-09-25T10:53:23Z</dcterms:created>
  <dcterms:modified xsi:type="dcterms:W3CDTF">2026-09-25T11:04:52Z</dcterms:modified>
</cp:coreProperties>
</file>